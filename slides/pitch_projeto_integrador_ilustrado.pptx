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2109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12191695" cy="0"/>
          </a:xfrm>
          <a:prstGeom prst="line">
            <a:avLst/>
          </a:prstGeom>
          <a:noFill/>
          <a:ln w="9525">
            <a:solidFill>
              <a:srgbClr val="121A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2743200"/>
            <a:ext cx="12191695" cy="0"/>
          </a:xfrm>
          <a:prstGeom prst="line">
            <a:avLst/>
          </a:prstGeom>
          <a:noFill/>
          <a:ln w="9525">
            <a:solidFill>
              <a:srgbClr val="121A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0" y="4114800"/>
            <a:ext cx="12191695" cy="0"/>
          </a:xfrm>
          <a:prstGeom prst="line">
            <a:avLst/>
          </a:prstGeom>
          <a:noFill/>
          <a:ln w="9525">
            <a:solidFill>
              <a:srgbClr val="121A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0" y="5486400"/>
            <a:ext cx="12191695" cy="0"/>
          </a:xfrm>
          <a:prstGeom prst="line">
            <a:avLst/>
          </a:prstGeom>
          <a:noFill/>
          <a:ln w="9525">
            <a:solidFill>
              <a:srgbClr val="121A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deck/img/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159" y="0"/>
            <a:ext cx="5431536" cy="685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1600200"/>
            <a:ext cx="5486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22960" y="1737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· PROJETO INTEGRADOR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194560"/>
            <a:ext cx="7040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risco de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violação dos indicadores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continuidade (DEC/FEC)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822960" y="4343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abertos da ANEEL · Brasil · 2010 a 2026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5029200"/>
            <a:ext cx="2926080" cy="0"/>
          </a:xfrm>
          <a:prstGeom prst="line">
            <a:avLst/>
          </a:prstGeom>
          <a:noFill/>
          <a:ln w="19050">
            <a:solidFill>
              <a:srgbClr val="2631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22960" y="52120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 Raniery e Gabriel Braga</a:t>
            </a:r>
            <a:r>
              <a:rPr lang="en-US" sz="13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Data Science e Machine Learning — UniCEUB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5532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Outubro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109728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/home/claude/deck/img/b_parcei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274320"/>
            <a:ext cx="2194560" cy="1162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72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AutoNum type="arabicPlain"/>
            </a:pPr>
            <a:r>
              <a:rPr lang="en-US" sz="12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PARCEIRO (ACE) </a:t>
            </a:r>
          </a:p>
        </p:txBody>
      </p:sp>
      <p:sp>
        <p:nvSpPr>
          <p:cNvPr id="5" name="Text 2"/>
          <p:cNvSpPr/>
          <p:nvPr/>
        </p:nvSpPr>
        <p:spPr>
          <a:xfrm>
            <a:off x="548640" y="804672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o parceiro externo e em que pé está a parceria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121826"/>
          </a:solidFill>
          <a:ln w="12700">
            <a:solidFill>
              <a:srgbClr val="2631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822960" y="1828800"/>
            <a:ext cx="777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6868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ou comunidade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63440" y="210312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5B8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663440" y="21031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68680" y="25603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tipo (ONG, associação, órgão público, empresa) e a quem ela atende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121826"/>
          </a:solidFill>
          <a:ln w="12700">
            <a:solidFill>
              <a:srgbClr val="2631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537960" y="1828800"/>
            <a:ext cx="777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583680" y="2057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378440" y="210312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5B8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10378440" y="21031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583680" y="25603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cargo e forma de contato (e-mail ou telefone)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361188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121826"/>
          </a:solidFill>
          <a:ln w="12700">
            <a:solidFill>
              <a:srgbClr val="2631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822960" y="3611880"/>
            <a:ext cx="777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86868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até agora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663440" y="388620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5B8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4663440" y="38862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868680" y="43434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 forma de cada interação (reunião, e-mail, mensagem) e o que foi combinado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263640" y="361188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121826"/>
          </a:solidFill>
          <a:ln w="12700">
            <a:solidFill>
              <a:srgbClr val="2631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6537960" y="3611880"/>
            <a:ext cx="777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6583680" y="3840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 de Anuência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0378440" y="388620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5B8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10378440" y="38862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583680" y="434340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Situação: não enviado, enviado ou assinado — e data prevista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548640" y="544068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0C2230"/>
          </a:solidFill>
          <a:ln w="12700">
            <a:solidFill>
              <a:srgbClr val="155E7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868680" y="5486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parceiro fechado!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109728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/home/claude/deck/img/b_prob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274320"/>
            <a:ext cx="2194560" cy="1162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72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PROBLEMA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804672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demanda e o recorte que cabe neste semestre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3749040"/>
          </a:xfrm>
          <a:prstGeom prst="roundRect">
            <a:avLst>
              <a:gd name="adj" fmla="val 1951"/>
            </a:avLst>
          </a:prstGeom>
          <a:solidFill>
            <a:srgbClr val="121826"/>
          </a:solidFill>
          <a:ln w="12700">
            <a:solidFill>
              <a:srgbClr val="2631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822960" y="1828800"/>
            <a:ext cx="777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68680" y="2057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2395728"/>
            <a:ext cx="48463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ANEEL fixa limites de DEC (duração) e FEC (frequência) das interrupções para cada conjunto: a área de atendimento de uma distribuidora, que agrupa consumidores de uma mesma região. Quando o limite é violado, a distribuidora precisa compensar os consumidores.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acompanhamento é reativo: age-se depois da violação.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4434840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áreas de atendimento (conjuntos) do Brasil têm maior risco de violar os limites de DEC/FEC, com base no histórico de 2010–2026?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309360" y="1828800"/>
            <a:ext cx="5394960" cy="3749040"/>
          </a:xfrm>
          <a:prstGeom prst="roundRect">
            <a:avLst>
              <a:gd name="adj" fmla="val 1951"/>
            </a:avLst>
          </a:prstGeom>
          <a:solidFill>
            <a:srgbClr val="172033"/>
          </a:solidFill>
          <a:ln w="12700">
            <a:solidFill>
              <a:srgbClr val="2631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6583680" y="1828800"/>
            <a:ext cx="777240" cy="45720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6629400" y="2057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CABE NESTE SEMESTRE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629400" y="24688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nacional com no mínimo 15 anos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Variável-alvo: violou ou não o limite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Exploratório e variáveis iniciais (distribuidora, estado, porte, época do ano)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classificação (baseline) e avaliação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e dashboard de risco por área (conjunto)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629400" y="4892040"/>
            <a:ext cx="2743200" cy="256032"/>
          </a:xfrm>
          <a:prstGeom prst="roundRect">
            <a:avLst>
              <a:gd name="adj" fmla="val 50000"/>
            </a:avLst>
          </a:prstGeom>
          <a:solidFill>
            <a:srgbClr val="F5B8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62940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CONFIRMAR…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629400" y="51937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o recorte à demanda real na próxima interação.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109728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/home/claude/deck/img/b_d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274320"/>
            <a:ext cx="2194560" cy="1162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72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DADOS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804672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oficial e aberta, em escala nacional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21826"/>
          </a:solidFill>
          <a:ln w="12700">
            <a:solidFill>
              <a:srgbClr val="2631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822960" y="1783080"/>
            <a:ext cx="777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48640" y="19019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5,1 mi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40080" y="24871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no arquivo nacional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2020–2026 (105 distribuidoras)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64992" y="1783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21826"/>
          </a:solidFill>
          <a:ln w="12700">
            <a:solidFill>
              <a:srgbClr val="2631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639312" y="1783080"/>
            <a:ext cx="777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364992" y="19019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26.062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456432" y="24871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já tratadas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(Centro-Oeste, 377 conjuntos)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81344" y="1783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21826"/>
          </a:solidFill>
          <a:ln w="12700">
            <a:solidFill>
              <a:srgbClr val="2631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6455664" y="1783080"/>
            <a:ext cx="777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6181344" y="19019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2010–2026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6272784" y="24871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cobertura: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Brasil, mais de 15 anos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997696" y="17830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121826"/>
          </a:solidFill>
          <a:ln w="12700">
            <a:solidFill>
              <a:srgbClr val="2631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9272016" y="1783080"/>
            <a:ext cx="777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8997696" y="19019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Mensal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9089136" y="24871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granularidade, por conjunto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unidades consumidoras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383280"/>
            <a:ext cx="4114800" cy="2834640"/>
          </a:xfrm>
          <a:prstGeom prst="roundRect">
            <a:avLst>
              <a:gd name="adj" fmla="val 2581"/>
            </a:avLst>
          </a:prstGeom>
          <a:solidFill>
            <a:srgbClr val="121826"/>
          </a:solidFill>
          <a:ln w="12700">
            <a:solidFill>
              <a:srgbClr val="2631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822960" y="3383280"/>
            <a:ext cx="777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82296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E FORMATO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22960" y="393192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ANEEL — Portal de Dados Abertos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Indicadores Coletivos de Continuidade (DEC e FEC)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CSV, ZIP e Parquet, em formato longo: cada linha é um conjunto, um indicador e um mês.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846320" y="3383280"/>
            <a:ext cx="6858000" cy="2834640"/>
          </a:xfrm>
          <a:prstGeom prst="roundRect">
            <a:avLst>
              <a:gd name="adj" fmla="val 2581"/>
            </a:avLst>
          </a:prstGeom>
          <a:solidFill>
            <a:srgbClr val="121826"/>
          </a:solidFill>
          <a:ln w="12700">
            <a:solidFill>
              <a:srgbClr val="2631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5120640" y="3383280"/>
            <a:ext cx="777240" cy="45720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5120640" y="3566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JÁ IDENTIFICADAS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120640" y="3931920"/>
            <a:ext cx="6309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longo exige reestruturação antes de qualquer análise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conjuntos e nomes de distribuidoras mudam ao longo dos anos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Alguns indicadores existem só em 2020–2021 (mudança metodológica)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é parcial (dados até julho)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2010–2019 ainda por incorporar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109728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/home/claude/deck/img/b_avanc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274320"/>
            <a:ext cx="2194560" cy="1162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72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AVANÇOS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804672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está pronto, em andamento e só proposta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121826"/>
          </a:solidFill>
          <a:ln w="12700">
            <a:solidFill>
              <a:srgbClr val="2631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34D39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48640" y="182880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651760"/>
            <a:ext cx="3108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Tema, pergunta e escopo definidos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oficial mapeada (ANEEL)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tratada: Centro-Oeste, 2020–2026 (26 mil linhas)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Exploratório inicial: distribuição, tendência anual e ranking de conjuntos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25112" y="182880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121826"/>
          </a:solidFill>
          <a:ln w="12700">
            <a:solidFill>
              <a:srgbClr val="2631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325112" y="182880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F5B8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325112" y="182880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99432" y="2651760"/>
            <a:ext cx="3108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a base para o Brasil, com mais de 15 anos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com os limites regulatórios (variável-alvo)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o repositório (README pronto)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101584" y="182880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121826"/>
          </a:solidFill>
          <a:ln w="12700">
            <a:solidFill>
              <a:srgbClr val="2631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8101584" y="1828800"/>
            <a:ext cx="3611880" cy="548640"/>
          </a:xfrm>
          <a:prstGeom prst="roundRect">
            <a:avLst>
              <a:gd name="adj" fmla="val 13333"/>
            </a:avLst>
          </a:prstGeom>
          <a:solidFill>
            <a:srgbClr val="4755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8101584" y="182880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PROPOSTA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375904" y="2651760"/>
            <a:ext cx="3108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classificação: violou ou não o limite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risco por conjunto</a:t>
            </a:r>
            <a:endParaRPr lang="en-US" sz="140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dos resultados com o parceiro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109728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3" name="Image 0" descr="/home/claude/deck/img/b_proxim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274320"/>
            <a:ext cx="2194560" cy="1162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72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PRÓXIMOS PASSOS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804672"/>
            <a:ext cx="8869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27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será entregue até o fim do semestre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6766560" cy="4343400"/>
          </a:xfrm>
          <a:prstGeom prst="roundRect">
            <a:avLst>
              <a:gd name="adj" fmla="val 1684"/>
            </a:avLst>
          </a:prstGeom>
          <a:solidFill>
            <a:srgbClr val="121826"/>
          </a:solidFill>
          <a:ln w="12700">
            <a:solidFill>
              <a:srgbClr val="2631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822960" y="1828800"/>
            <a:ext cx="77724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868680" y="21945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0F17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686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0020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nacional consolidada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600200" y="24871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Brasil, mais de 15 anos, limpa e documentada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68680" y="31546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0F17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86868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60020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Variável-alvo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600200" y="34472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com os limites: violou ou não violou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" y="4114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0F17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6868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600200" y="4069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 avaliação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600200" y="44074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 Random Forest; precisão, recall e AUC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68680" y="50749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B0F17"/>
          </a:solidFill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86868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600200" y="5029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F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 relatório final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600200" y="5367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por conjunto, com os fatores mais relevantes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543800" y="1828800"/>
            <a:ext cx="4160520" cy="4343400"/>
          </a:xfrm>
          <a:prstGeom prst="roundRect">
            <a:avLst>
              <a:gd name="adj" fmla="val 1758"/>
            </a:avLst>
          </a:prstGeom>
          <a:solidFill>
            <a:srgbClr val="172033"/>
          </a:solidFill>
          <a:ln w="12700">
            <a:solidFill>
              <a:srgbClr val="26314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7818120" y="1828800"/>
            <a:ext cx="777240" cy="45720"/>
          </a:xfrm>
          <a:prstGeom prst="rect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786384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B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INTERAÇÃO COM O PARCEIRO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863840" y="274320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5B8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7863840" y="27432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0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863840" y="3154680"/>
            <a:ext cx="3611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formato e objetivo (por exemplo: validar o problema e fechar o Termo de Anuência)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647</Words>
  <Application>Microsoft Office PowerPoint</Application>
  <PresentationFormat>Widescreen</PresentationFormat>
  <Paragraphs>104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Thiago Raniery Araujo da Silva</cp:lastModifiedBy>
  <cp:revision>4</cp:revision>
  <dcterms:created xsi:type="dcterms:W3CDTF">2026-10-24T16:36:55Z</dcterms:created>
  <dcterms:modified xsi:type="dcterms:W3CDTF">2026-10-27T19:37:51Z</dcterms:modified>
</cp:coreProperties>
</file>